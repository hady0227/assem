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8288000" cy="10287000"/>
  <p:notesSz cx="6858000" cy="9144000"/>
  <p:embeddedFontLst>
    <p:embeddedFont>
      <p:font typeface="Pretendard Medium"/>
      <p:bold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fonts/font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png" Type="http://schemas.openxmlformats.org/officeDocument/2006/relationships/image"/><Relationship Id="rId26" Target="../media/image25.svg" Type="http://schemas.openxmlformats.org/officeDocument/2006/relationships/image"/><Relationship Id="rId27" Target="../media/image26.png" Type="http://schemas.openxmlformats.org/officeDocument/2006/relationships/image"/><Relationship Id="rId28" Target="../media/image27.png" Type="http://schemas.openxmlformats.org/officeDocument/2006/relationships/image"/><Relationship Id="rId29" Target="../media/image28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3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pn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pn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18" Target="../media/image53.png" Type="http://schemas.openxmlformats.org/officeDocument/2006/relationships/image"/><Relationship Id="rId19" Target="../media/image54.svg" Type="http://schemas.openxmlformats.org/officeDocument/2006/relationships/image"/><Relationship Id="rId2" Target="../media/image42.png" Type="http://schemas.openxmlformats.org/officeDocument/2006/relationships/image"/><Relationship Id="rId20" Target="../media/image55.png" Type="http://schemas.openxmlformats.org/officeDocument/2006/relationships/image"/><Relationship Id="rId21" Target="../media/image56.png" Type="http://schemas.openxmlformats.org/officeDocument/2006/relationships/image"/><Relationship Id="rId22" Target="../media/image57.png" Type="http://schemas.openxmlformats.org/officeDocument/2006/relationships/image"/><Relationship Id="rId23" Target="../media/image58.svg" Type="http://schemas.openxmlformats.org/officeDocument/2006/relationships/image"/><Relationship Id="rId24" Target="../media/image59.svg" Type="http://schemas.openxmlformats.org/officeDocument/2006/relationships/image"/><Relationship Id="rId25" Target="../media/image60.png" Type="http://schemas.openxmlformats.org/officeDocument/2006/relationships/image"/><Relationship Id="rId26" Target="../media/image61.svg" Type="http://schemas.openxmlformats.org/officeDocument/2006/relationships/image"/><Relationship Id="rId27" Target="../media/image62.png" Type="http://schemas.openxmlformats.org/officeDocument/2006/relationships/image"/><Relationship Id="rId28" Target="../media/image63.png" Type="http://schemas.openxmlformats.org/officeDocument/2006/relationships/image"/><Relationship Id="rId3" Target="../media/image2.svg" Type="http://schemas.openxmlformats.org/officeDocument/2006/relationships/image"/><Relationship Id="rId4" Target="../media/image4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sv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2" Target="../media/image64.png" Type="http://schemas.openxmlformats.org/officeDocument/2006/relationships/image"/><Relationship Id="rId3" Target="../media/image2.svg" Type="http://schemas.openxmlformats.org/officeDocument/2006/relationships/image"/><Relationship Id="rId4" Target="../media/image65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media/image82.png" Type="http://schemas.openxmlformats.org/officeDocument/2006/relationships/image"/><Relationship Id="rId14" Target="../media/image83.svg" Type="http://schemas.openxmlformats.org/officeDocument/2006/relationships/image"/><Relationship Id="rId15" Target="../media/image84.png" Type="http://schemas.openxmlformats.org/officeDocument/2006/relationships/image"/><Relationship Id="rId16" Target="../media/image85.png" Type="http://schemas.openxmlformats.org/officeDocument/2006/relationships/image"/><Relationship Id="rId17" Target="../media/image86.png" Type="http://schemas.openxmlformats.org/officeDocument/2006/relationships/image"/><Relationship Id="rId18" Target="../media/image87.png" Type="http://schemas.openxmlformats.org/officeDocument/2006/relationships/image"/><Relationship Id="rId19" Target="../media/image88.png" Type="http://schemas.openxmlformats.org/officeDocument/2006/relationships/image"/><Relationship Id="rId2" Target="../media/image75.png" Type="http://schemas.openxmlformats.org/officeDocument/2006/relationships/image"/><Relationship Id="rId20" Target="../media/image89.png" Type="http://schemas.openxmlformats.org/officeDocument/2006/relationships/image"/><Relationship Id="rId21" Target="../media/image90.png" Type="http://schemas.openxmlformats.org/officeDocument/2006/relationships/image"/><Relationship Id="rId22" Target="../media/image91.png" Type="http://schemas.openxmlformats.org/officeDocument/2006/relationships/image"/><Relationship Id="rId23" Target="../media/image92.png" Type="http://schemas.openxmlformats.org/officeDocument/2006/relationships/image"/><Relationship Id="rId24" Target="../media/image93.png" Type="http://schemas.openxmlformats.org/officeDocument/2006/relationships/image"/><Relationship Id="rId25" Target="../media/image94.png" Type="http://schemas.openxmlformats.org/officeDocument/2006/relationships/image"/><Relationship Id="rId26" Target="../media/image95.png" Type="http://schemas.openxmlformats.org/officeDocument/2006/relationships/image"/><Relationship Id="rId27" Target="../media/image96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1.png" Type="http://schemas.openxmlformats.org/officeDocument/2006/relationships/image"/><Relationship Id="rId12" Target="../media/image102.png" Type="http://schemas.openxmlformats.org/officeDocument/2006/relationships/image"/><Relationship Id="rId2" Target="../media/image97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png" Type="http://schemas.openxmlformats.org/officeDocument/2006/relationships/image"/><Relationship Id="rId11" Target="../media/image100.png" Type="http://schemas.openxmlformats.org/officeDocument/2006/relationships/image"/><Relationship Id="rId12" Target="../media/image105.png" Type="http://schemas.openxmlformats.org/officeDocument/2006/relationships/image"/><Relationship Id="rId2" Target="../media/image103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7.png" Type="http://schemas.openxmlformats.org/officeDocument/2006/relationships/image"/><Relationship Id="rId12" Target="../media/image108.png" Type="http://schemas.openxmlformats.org/officeDocument/2006/relationships/image"/><Relationship Id="rId13" Target="../media/image109.png" Type="http://schemas.openxmlformats.org/officeDocument/2006/relationships/image"/><Relationship Id="rId2" Target="../media/image106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2" Target="../media/image110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png" Type="http://schemas.openxmlformats.org/officeDocument/2006/relationships/image"/><Relationship Id="rId12" Target="../media/image117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9.png" Type="http://schemas.openxmlformats.org/officeDocument/2006/relationships/image"/><Relationship Id="rId12" Target="../media/image120.png" Type="http://schemas.openxmlformats.org/officeDocument/2006/relationships/image"/><Relationship Id="rId2" Target="../media/image118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21.png" Type="http://schemas.openxmlformats.org/officeDocument/2006/relationships/image"/><Relationship Id="rId12" Target="" TargetMode="External" Type="http://schemas.openxmlformats.org/officeDocument/2006/relationships/hyperlink"/><Relationship Id="rId13" Target="../media/image122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4.png" Type="http://schemas.openxmlformats.org/officeDocument/2006/relationships/image"/><Relationship Id="rId11" Target="../media/image125.png" Type="http://schemas.openxmlformats.org/officeDocument/2006/relationships/image"/><Relationship Id="rId12" Target="../media/image126.png" Type="http://schemas.openxmlformats.org/officeDocument/2006/relationships/image"/><Relationship Id="rId2" Target="../media/image123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8.png" Type="http://schemas.openxmlformats.org/officeDocument/2006/relationships/image"/><Relationship Id="rId11" Target="../media/image121.png" Type="http://schemas.openxmlformats.org/officeDocument/2006/relationships/image"/><Relationship Id="rId12" Target="" TargetMode="External" Type="http://schemas.openxmlformats.org/officeDocument/2006/relationships/hyperlink"/><Relationship Id="rId13" Target="../media/image129.png" Type="http://schemas.openxmlformats.org/officeDocument/2006/relationships/image"/><Relationship Id="rId2" Target="../media/image127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0.png" Type="http://schemas.openxmlformats.org/officeDocument/2006/relationships/image"/><Relationship Id="rId11" Target="../media/image131.png" Type="http://schemas.openxmlformats.org/officeDocument/2006/relationships/image"/><Relationship Id="rId12" Target="../media/image132.png" Type="http://schemas.openxmlformats.org/officeDocument/2006/relationships/image"/><Relationship Id="rId13" Target="../media/image133.png" Type="http://schemas.openxmlformats.org/officeDocument/2006/relationships/image"/><Relationship Id="rId14" Target="../media/image134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svg" Type="http://schemas.openxmlformats.org/officeDocument/2006/relationships/image"/><Relationship Id="rId11" Target="../media/image4.png" Type="http://schemas.openxmlformats.org/officeDocument/2006/relationships/image"/><Relationship Id="rId12" Target="../media/image5.svg" Type="http://schemas.openxmlformats.org/officeDocument/2006/relationships/image"/><Relationship Id="rId13" Target="../media/image6.png" Type="http://schemas.openxmlformats.org/officeDocument/2006/relationships/image"/><Relationship Id="rId14" Target="../media/image7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142.png" Type="http://schemas.openxmlformats.org/officeDocument/2006/relationships/image"/><Relationship Id="rId18" Target="../media/image67.svg" Type="http://schemas.openxmlformats.org/officeDocument/2006/relationships/image"/><Relationship Id="rId19" Target="../media/image143.png" Type="http://schemas.openxmlformats.org/officeDocument/2006/relationships/image"/><Relationship Id="rId2" Target="../media/image135.png" Type="http://schemas.openxmlformats.org/officeDocument/2006/relationships/image"/><Relationship Id="rId20" Target="../media/image144.svg" Type="http://schemas.openxmlformats.org/officeDocument/2006/relationships/image"/><Relationship Id="rId21" Target="../media/image145.png" Type="http://schemas.openxmlformats.org/officeDocument/2006/relationships/image"/><Relationship Id="rId22" Target="../media/image146.svg" Type="http://schemas.openxmlformats.org/officeDocument/2006/relationships/image"/><Relationship Id="rId23" Target="../media/image147.png" Type="http://schemas.openxmlformats.org/officeDocument/2006/relationships/image"/><Relationship Id="rId24" Target="../media/image148.svg" Type="http://schemas.openxmlformats.org/officeDocument/2006/relationships/image"/><Relationship Id="rId25" Target="../media/image149.png" Type="http://schemas.openxmlformats.org/officeDocument/2006/relationships/image"/><Relationship Id="rId26" Target="../media/image150.svg" Type="http://schemas.openxmlformats.org/officeDocument/2006/relationships/image"/><Relationship Id="rId27" Target="../media/image151.svg" Type="http://schemas.openxmlformats.org/officeDocument/2006/relationships/image"/><Relationship Id="rId28" Target="../media/image152.png" Type="http://schemas.openxmlformats.org/officeDocument/2006/relationships/image"/><Relationship Id="rId29" Target="../media/image153.svg" Type="http://schemas.openxmlformats.org/officeDocument/2006/relationships/image"/><Relationship Id="rId3" Target="../media/image2.svg" Type="http://schemas.openxmlformats.org/officeDocument/2006/relationships/image"/><Relationship Id="rId30" Target="../media/image154.png" Type="http://schemas.openxmlformats.org/officeDocument/2006/relationships/image"/><Relationship Id="rId31" Target="../media/image155.svg" Type="http://schemas.openxmlformats.org/officeDocument/2006/relationships/image"/><Relationship Id="rId32" Target="../media/image156.svg" Type="http://schemas.openxmlformats.org/officeDocument/2006/relationships/image"/><Relationship Id="rId33" Target="../media/image157.png" Type="http://schemas.openxmlformats.org/officeDocument/2006/relationships/image"/><Relationship Id="rId34" Target="../media/image158.png" Type="http://schemas.openxmlformats.org/officeDocument/2006/relationships/image"/><Relationship Id="rId35" Target="../media/image159.svg" Type="http://schemas.openxmlformats.org/officeDocument/2006/relationships/image"/><Relationship Id="rId36" Target="../media/image160.png" Type="http://schemas.openxmlformats.org/officeDocument/2006/relationships/image"/><Relationship Id="rId37" Target="../media/image161.svg" Type="http://schemas.openxmlformats.org/officeDocument/2006/relationships/image"/><Relationship Id="rId38" Target="../media/image162.png" Type="http://schemas.openxmlformats.org/officeDocument/2006/relationships/image"/><Relationship Id="rId39" Target="../media/image163.svg" Type="http://schemas.openxmlformats.org/officeDocument/2006/relationships/image"/><Relationship Id="rId4" Target="../media/image3.png" Type="http://schemas.openxmlformats.org/officeDocument/2006/relationships/image"/><Relationship Id="rId40" Target="../media/image164.png" Type="http://schemas.openxmlformats.org/officeDocument/2006/relationships/image"/><Relationship Id="rId41" Target="../media/image165.svg" Type="http://schemas.openxmlformats.org/officeDocument/2006/relationships/image"/><Relationship Id="rId42" Target="../media/image166.png" Type="http://schemas.openxmlformats.org/officeDocument/2006/relationships/image"/><Relationship Id="rId43" Target="../media/image167.svg" Type="http://schemas.openxmlformats.org/officeDocument/2006/relationships/image"/><Relationship Id="rId44" Target="../media/image168.png" Type="http://schemas.openxmlformats.org/officeDocument/2006/relationships/image"/><Relationship Id="rId45" Target="../media/image169.svg" Type="http://schemas.openxmlformats.org/officeDocument/2006/relationships/image"/><Relationship Id="rId46" Target="../media/image170.png" Type="http://schemas.openxmlformats.org/officeDocument/2006/relationships/image"/><Relationship Id="rId47" Target="../media/image171.svg" Type="http://schemas.openxmlformats.org/officeDocument/2006/relationships/image"/><Relationship Id="rId48" Target="../media/image172.png" Type="http://schemas.openxmlformats.org/officeDocument/2006/relationships/image"/><Relationship Id="rId49" Target="../media/image173.svg" Type="http://schemas.openxmlformats.org/officeDocument/2006/relationships/image"/><Relationship Id="rId5" Target="../media/image136.png" Type="http://schemas.openxmlformats.org/officeDocument/2006/relationships/image"/><Relationship Id="rId50" Target="../media/image174.png" Type="http://schemas.openxmlformats.org/officeDocument/2006/relationships/image"/><Relationship Id="rId51" Target="../media/image175.svg" Type="http://schemas.openxmlformats.org/officeDocument/2006/relationships/image"/><Relationship Id="rId52" Target="../media/image176.png" Type="http://schemas.openxmlformats.org/officeDocument/2006/relationships/image"/><Relationship Id="rId53" Target="../media/image177.png" Type="http://schemas.openxmlformats.org/officeDocument/2006/relationships/image"/><Relationship Id="rId54" Target="../media/image178.svg" Type="http://schemas.openxmlformats.org/officeDocument/2006/relationships/image"/><Relationship Id="rId55" Target="../media/image179.png" Type="http://schemas.openxmlformats.org/officeDocument/2006/relationships/image"/><Relationship Id="rId56" Target="../media/image180.svg" Type="http://schemas.openxmlformats.org/officeDocument/2006/relationships/image"/><Relationship Id="rId57" Target="../media/image181.png" Type="http://schemas.openxmlformats.org/officeDocument/2006/relationships/image"/><Relationship Id="rId58" Target="../media/image182.png" Type="http://schemas.openxmlformats.org/officeDocument/2006/relationships/image"/><Relationship Id="rId59" Target="../media/image183.png" Type="http://schemas.openxmlformats.org/officeDocument/2006/relationships/image"/><Relationship Id="rId6" Target="../media/image137.svg" Type="http://schemas.openxmlformats.org/officeDocument/2006/relationships/image"/><Relationship Id="rId60" Target="../media/image184.png" Type="http://schemas.openxmlformats.org/officeDocument/2006/relationships/image"/><Relationship Id="rId61" Target="../media/image185.png" Type="http://schemas.openxmlformats.org/officeDocument/2006/relationships/image"/><Relationship Id="rId62" Target="../media/image186.png" Type="http://schemas.openxmlformats.org/officeDocument/2006/relationships/image"/><Relationship Id="rId63" Target="../media/image187.png" Type="http://schemas.openxmlformats.org/officeDocument/2006/relationships/image"/><Relationship Id="rId64" Target="../media/image188.png" Type="http://schemas.openxmlformats.org/officeDocument/2006/relationships/image"/><Relationship Id="rId7" Target="../media/image138.png" Type="http://schemas.openxmlformats.org/officeDocument/2006/relationships/image"/><Relationship Id="rId8" Target="../media/image139.sv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media/image191.png" Type="http://schemas.openxmlformats.org/officeDocument/2006/relationships/image"/><Relationship Id="rId14" Target="../media/image83.svg" Type="http://schemas.openxmlformats.org/officeDocument/2006/relationships/image"/><Relationship Id="rId15" Target="../media/image192.png" Type="http://schemas.openxmlformats.org/officeDocument/2006/relationships/image"/><Relationship Id="rId16" Target="../media/image85.png" Type="http://schemas.openxmlformats.org/officeDocument/2006/relationships/image"/><Relationship Id="rId17" Target="../media/image86.png" Type="http://schemas.openxmlformats.org/officeDocument/2006/relationships/image"/><Relationship Id="rId18" Target="../media/image87.png" Type="http://schemas.openxmlformats.org/officeDocument/2006/relationships/image"/><Relationship Id="rId19" Target="../media/image88.png" Type="http://schemas.openxmlformats.org/officeDocument/2006/relationships/image"/><Relationship Id="rId2" Target="../media/image189.png" Type="http://schemas.openxmlformats.org/officeDocument/2006/relationships/image"/><Relationship Id="rId20" Target="../media/image193.png" Type="http://schemas.openxmlformats.org/officeDocument/2006/relationships/image"/><Relationship Id="rId21" Target="../media/image194.png" Type="http://schemas.openxmlformats.org/officeDocument/2006/relationships/image"/><Relationship Id="rId22" Target="../media/image195.png" Type="http://schemas.openxmlformats.org/officeDocument/2006/relationships/image"/><Relationship Id="rId23" Target="../media/image196.png" Type="http://schemas.openxmlformats.org/officeDocument/2006/relationships/image"/><Relationship Id="rId24" Target="../media/image197.png" Type="http://schemas.openxmlformats.org/officeDocument/2006/relationships/image"/><Relationship Id="rId25" Target="../media/image198.png" Type="http://schemas.openxmlformats.org/officeDocument/2006/relationships/image"/><Relationship Id="rId26" Target="../media/image199.png" Type="http://schemas.openxmlformats.org/officeDocument/2006/relationships/image"/><Relationship Id="rId27" Target="../media/image200.png" Type="http://schemas.openxmlformats.org/officeDocument/2006/relationships/image"/><Relationship Id="rId3" Target="../media/image190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1.png" Type="http://schemas.openxmlformats.org/officeDocument/2006/relationships/image"/><Relationship Id="rId11" Target="../media/image202.png" Type="http://schemas.openxmlformats.org/officeDocument/2006/relationships/image"/><Relationship Id="rId12" Target="../media/image203.png" Type="http://schemas.openxmlformats.org/officeDocument/2006/relationships/image"/><Relationship Id="rId13" Target="../media/image204.png" Type="http://schemas.openxmlformats.org/officeDocument/2006/relationships/image"/><Relationship Id="rId14" Target="../media/image205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7.png" Type="http://schemas.openxmlformats.org/officeDocument/2006/relationships/image"/><Relationship Id="rId11" Target="../media/image208.png" Type="http://schemas.openxmlformats.org/officeDocument/2006/relationships/image"/><Relationship Id="rId12" Target="../media/image209.png" Type="http://schemas.openxmlformats.org/officeDocument/2006/relationships/image"/><Relationship Id="rId13" Target="../media/image210.png" Type="http://schemas.openxmlformats.org/officeDocument/2006/relationships/image"/><Relationship Id="rId2" Target="../media/image206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2.png" Type="http://schemas.openxmlformats.org/officeDocument/2006/relationships/image"/><Relationship Id="rId11" Target="../media/image213.png" Type="http://schemas.openxmlformats.org/officeDocument/2006/relationships/image"/><Relationship Id="rId12" Target="../media/image214.png" Type="http://schemas.openxmlformats.org/officeDocument/2006/relationships/image"/><Relationship Id="rId2" Target="../media/image211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6.png" Type="http://schemas.openxmlformats.org/officeDocument/2006/relationships/image"/><Relationship Id="rId11" Target="../media/image217.png" Type="http://schemas.openxmlformats.org/officeDocument/2006/relationships/image"/><Relationship Id="rId12" Target="../media/image218.png" Type="http://schemas.openxmlformats.org/officeDocument/2006/relationships/image"/><Relationship Id="rId13" Target="../media/image219.png" Type="http://schemas.openxmlformats.org/officeDocument/2006/relationships/image"/><Relationship Id="rId14" Target="../media/image220.png" Type="http://schemas.openxmlformats.org/officeDocument/2006/relationships/image"/><Relationship Id="rId2" Target="../media/image215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1.png" Type="http://schemas.openxmlformats.org/officeDocument/2006/relationships/image"/><Relationship Id="rId11" Target="../media/image222.png" Type="http://schemas.openxmlformats.org/officeDocument/2006/relationships/image"/><Relationship Id="rId12" Target="../media/image223.png" Type="http://schemas.openxmlformats.org/officeDocument/2006/relationships/image"/><Relationship Id="rId13" Target="../media/image224.png" Type="http://schemas.openxmlformats.org/officeDocument/2006/relationships/image"/><Relationship Id="rId14" Target="../media/image225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8.png" Type="http://schemas.openxmlformats.org/officeDocument/2006/relationships/image"/><Relationship Id="rId11" Target="../media/image229.svg" Type="http://schemas.openxmlformats.org/officeDocument/2006/relationships/image"/><Relationship Id="rId12" Target="../media/image230.svg" Type="http://schemas.openxmlformats.org/officeDocument/2006/relationships/image"/><Relationship Id="rId13" Target="../media/image231.svg" Type="http://schemas.openxmlformats.org/officeDocument/2006/relationships/image"/><Relationship Id="rId14" Target="../media/image232.png" Type="http://schemas.openxmlformats.org/officeDocument/2006/relationships/image"/><Relationship Id="rId15" Target="../media/image233.svg" Type="http://schemas.openxmlformats.org/officeDocument/2006/relationships/image"/><Relationship Id="rId16" Target="../media/image234.png" Type="http://schemas.openxmlformats.org/officeDocument/2006/relationships/image"/><Relationship Id="rId17" Target="../media/image235.png" Type="http://schemas.openxmlformats.org/officeDocument/2006/relationships/image"/><Relationship Id="rId18" Target="../media/image236.png" Type="http://schemas.openxmlformats.org/officeDocument/2006/relationships/image"/><Relationship Id="rId19" Target="../media/image237.png" Type="http://schemas.openxmlformats.org/officeDocument/2006/relationships/image"/><Relationship Id="rId2" Target="../media/image226.png" Type="http://schemas.openxmlformats.org/officeDocument/2006/relationships/image"/><Relationship Id="rId20" Target="../media/image238.png" Type="http://schemas.openxmlformats.org/officeDocument/2006/relationships/image"/><Relationship Id="rId21" Target="../media/image239.png" Type="http://schemas.openxmlformats.org/officeDocument/2006/relationships/image"/><Relationship Id="rId22" Target="../media/image240.png" Type="http://schemas.openxmlformats.org/officeDocument/2006/relationships/image"/><Relationship Id="rId23" Target="../media/image241.png" Type="http://schemas.openxmlformats.org/officeDocument/2006/relationships/image"/><Relationship Id="rId24" Target="../media/image242.png" Type="http://schemas.openxmlformats.org/officeDocument/2006/relationships/image"/><Relationship Id="rId25" Target="../media/image243.png" Type="http://schemas.openxmlformats.org/officeDocument/2006/relationships/image"/><Relationship Id="rId26" Target="../media/image244.png" Type="http://schemas.openxmlformats.org/officeDocument/2006/relationships/image"/><Relationship Id="rId27" Target="../media/image245.png" Type="http://schemas.openxmlformats.org/officeDocument/2006/relationships/image"/><Relationship Id="rId28" Target="../media/image246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7.png" Type="http://schemas.openxmlformats.org/officeDocument/2006/relationships/image"/><Relationship Id="rId9" Target="../media/image227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7.png" Type="http://schemas.openxmlformats.org/officeDocument/2006/relationships/image"/><Relationship Id="rId11" Target="../media/image248.png" Type="http://schemas.openxmlformats.org/officeDocument/2006/relationships/image"/><Relationship Id="rId12" Target="../media/image249.png" Type="http://schemas.openxmlformats.org/officeDocument/2006/relationships/image"/><Relationship Id="rId13" Target="../media/image250.png" Type="http://schemas.openxmlformats.org/officeDocument/2006/relationships/image"/><Relationship Id="rId14" Target="../media/image251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3.png" Type="http://schemas.openxmlformats.org/officeDocument/2006/relationships/image"/><Relationship Id="rId11" Target="../media/image254.png" Type="http://schemas.openxmlformats.org/officeDocument/2006/relationships/image"/><Relationship Id="rId12" Target="../media/image255.png" Type="http://schemas.openxmlformats.org/officeDocument/2006/relationships/image"/><Relationship Id="rId13" Target="../media/image256.png" Type="http://schemas.openxmlformats.org/officeDocument/2006/relationships/image"/><Relationship Id="rId14" Target="../media/image257.png" Type="http://schemas.openxmlformats.org/officeDocument/2006/relationships/image"/><Relationship Id="rId15" Target="../media/image258.png" Type="http://schemas.openxmlformats.org/officeDocument/2006/relationships/image"/><Relationship Id="rId2" Target="../media/image252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0.png" Type="http://schemas.openxmlformats.org/officeDocument/2006/relationships/image"/><Relationship Id="rId11" Target="../media/image261.png" Type="http://schemas.openxmlformats.org/officeDocument/2006/relationships/image"/><Relationship Id="rId12" Target="../media/image262.png" Type="http://schemas.openxmlformats.org/officeDocument/2006/relationships/image"/><Relationship Id="rId2" Target="../media/image259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4.png" Type="http://schemas.openxmlformats.org/officeDocument/2006/relationships/image"/><Relationship Id="rId11" Target="../media/image265.png" Type="http://schemas.openxmlformats.org/officeDocument/2006/relationships/image"/><Relationship Id="rId12" Target="../media/image266.png" Type="http://schemas.openxmlformats.org/officeDocument/2006/relationships/image"/><Relationship Id="rId13" Target="../media/image267.png" Type="http://schemas.openxmlformats.org/officeDocument/2006/relationships/image"/><Relationship Id="rId2" Target="../media/image263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4.png" Type="http://schemas.openxmlformats.org/officeDocument/2006/relationships/image"/><Relationship Id="rId11" Target="../media/image269.png" Type="http://schemas.openxmlformats.org/officeDocument/2006/relationships/image"/><Relationship Id="rId12" Target="../media/image270.png" Type="http://schemas.openxmlformats.org/officeDocument/2006/relationships/image"/><Relationship Id="rId13" Target="../media/image271.png" Type="http://schemas.openxmlformats.org/officeDocument/2006/relationships/image"/><Relationship Id="rId2" Target="../media/image268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4.png" Type="http://schemas.openxmlformats.org/officeDocument/2006/relationships/image"/><Relationship Id="rId11" Target="../media/image273.png" Type="http://schemas.openxmlformats.org/officeDocument/2006/relationships/image"/><Relationship Id="rId12" Target="../media/image274.png" Type="http://schemas.openxmlformats.org/officeDocument/2006/relationships/image"/><Relationship Id="rId13" Target="../media/image275.png" Type="http://schemas.openxmlformats.org/officeDocument/2006/relationships/image"/><Relationship Id="rId2" Target="../media/image272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6.png" Type="http://schemas.openxmlformats.org/officeDocument/2006/relationships/image"/><Relationship Id="rId11" Target="../media/image277.png" Type="http://schemas.openxmlformats.org/officeDocument/2006/relationships/image"/><Relationship Id="rId12" Target="../media/image278.png" Type="http://schemas.openxmlformats.org/officeDocument/2006/relationships/image"/><Relationship Id="rId13" Target="../media/image279.png" Type="http://schemas.openxmlformats.org/officeDocument/2006/relationships/image"/><Relationship Id="rId2" Target="../media/image211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0.png" Type="http://schemas.openxmlformats.org/officeDocument/2006/relationships/image"/><Relationship Id="rId11" Target="../media/image281.png" Type="http://schemas.openxmlformats.org/officeDocument/2006/relationships/image"/><Relationship Id="rId12" Target="../media/image282.png" Type="http://schemas.openxmlformats.org/officeDocument/2006/relationships/image"/><Relationship Id="rId13" Target="../media/image283.png" Type="http://schemas.openxmlformats.org/officeDocument/2006/relationships/image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8.png" Type="http://schemas.openxmlformats.org/officeDocument/2006/relationships/image"/><Relationship Id="rId9" Target="../media/image99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Relationship Id="rId3" Target="../media/image76.svg" Type="http://schemas.openxmlformats.org/officeDocument/2006/relationships/image"/><Relationship Id="rId4" Target="../media/image4.png" Type="http://schemas.openxmlformats.org/officeDocument/2006/relationships/image"/><Relationship Id="rId5" Target="../media/image31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0">
            <a:off x="4343400" y="-596900"/>
            <a:ext cx="11874500" cy="1009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2286000" y="3987800"/>
            <a:ext cx="266700" cy="1231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2171700" y="3784600"/>
            <a:ext cx="4521200" cy="3937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08200" y="3314700"/>
            <a:ext cx="4660900" cy="2768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98700" y="2298700"/>
            <a:ext cx="2146300" cy="2654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4318000" y="2882900"/>
            <a:ext cx="2108200" cy="196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178300" y="4254500"/>
            <a:ext cx="2235200" cy="2108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197100" y="4394200"/>
            <a:ext cx="2235200" cy="2006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5054600" y="6997700"/>
            <a:ext cx="1638300" cy="1257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70000" y="2971800"/>
            <a:ext cx="1625600" cy="2044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2692400" y="6235700"/>
            <a:ext cx="355600" cy="1244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4838700" y="6921500"/>
            <a:ext cx="3683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97000" y="4330700"/>
            <a:ext cx="495300" cy="6858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3124200" y="6464300"/>
            <a:ext cx="368300" cy="1257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8166100" y="4483100"/>
            <a:ext cx="9004300" cy="1778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265400" y="9474200"/>
            <a:ext cx="2730500" cy="4445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114300" y="9766300"/>
            <a:ext cx="11049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39751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70000" y="2971800"/>
            <a:ext cx="1625600" cy="2044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97000" y="4330700"/>
            <a:ext cx="495300" cy="685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97000" y="1930400"/>
            <a:ext cx="4038600" cy="914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54800" y="2527300"/>
            <a:ext cx="1435100" cy="60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654800" y="3695700"/>
            <a:ext cx="1333500" cy="609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654800" y="4851400"/>
            <a:ext cx="1333500" cy="609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6654800" y="6019800"/>
            <a:ext cx="1333500" cy="609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8102600" y="2578100"/>
            <a:ext cx="5727700" cy="508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8102600" y="3746500"/>
            <a:ext cx="5727700" cy="508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8102600" y="4902200"/>
            <a:ext cx="5727700" cy="508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8102600" y="6070600"/>
            <a:ext cx="57277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0">
            <a:off x="4343400" y="-596900"/>
            <a:ext cx="11874500" cy="1009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204700" y="1079500"/>
            <a:ext cx="5435600" cy="29337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7700" y="1079500"/>
            <a:ext cx="2120900" cy="2616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308600" y="1079500"/>
            <a:ext cx="5435600" cy="2933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2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723900" y="5118100"/>
            <a:ext cx="82169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8300" y="4025900"/>
            <a:ext cx="4241800" cy="2006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>
            <a:alphaModFix amt="48000"/>
          </a:blip>
          <a:stretch>
            <a:fillRect/>
          </a:stretch>
        </p:blipFill>
        <p:spPr>
          <a:xfrm rot="0">
            <a:off x="355600" y="6273800"/>
            <a:ext cx="4419600" cy="128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5308600" y="3581400"/>
            <a:ext cx="5435600" cy="5664200"/>
          </a:xfrm>
          <a:prstGeom prst="rect">
            <a:avLst/>
          </a:prstGeom>
          <a:effectLst>
            <a:outerShdw dir="5400000" dist="208817" blurRad="190024">
              <a:srgbClr val="CDD9ED">
                <a:alpha val="41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-10800000">
            <a:off x="5651500" y="4800600"/>
            <a:ext cx="4737100" cy="38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651500" y="3848100"/>
            <a:ext cx="4737100" cy="825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1">
            <a:alphaModFix amt="59000"/>
          </a:blip>
          <a:stretch>
            <a:fillRect/>
          </a:stretch>
        </p:blipFill>
        <p:spPr>
          <a:xfrm rot="0">
            <a:off x="5651500" y="4978400"/>
            <a:ext cx="4749800" cy="104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2204700" y="3581400"/>
            <a:ext cx="5435600" cy="5664200"/>
          </a:xfrm>
          <a:prstGeom prst="rect">
            <a:avLst/>
          </a:prstGeom>
          <a:effectLst>
            <a:outerShdw dir="5400000" dist="208817" blurRad="190024">
              <a:srgbClr val="CDD9ED">
                <a:alpha val="41000"/>
              </a:srgbClr>
            </a:outerShdw>
          </a:effectLst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8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-10800000">
            <a:off x="12547600" y="4800600"/>
            <a:ext cx="4737100" cy="381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6060000">
            <a:off x="11137900" y="4800600"/>
            <a:ext cx="673100" cy="12573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2547600" y="3848100"/>
            <a:ext cx="4737100" cy="825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8">
            <a:alphaModFix amt="59000"/>
          </a:blip>
          <a:stretch>
            <a:fillRect/>
          </a:stretch>
        </p:blipFill>
        <p:spPr>
          <a:xfrm rot="0">
            <a:off x="12547600" y="4978400"/>
            <a:ext cx="4749800" cy="1358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0">
            <a:off x="4343400" y="-596900"/>
            <a:ext cx="11874500" cy="1009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660400" y="1041400"/>
            <a:ext cx="2019300" cy="2044700"/>
          </a:xfrm>
          <a:prstGeom prst="rect">
            <a:avLst/>
          </a:prstGeom>
          <a:effectLst>
            <a:outerShdw dir="5400000" dist="124265" blurRad="80772">
              <a:srgbClr val="344096">
                <a:alpha val="16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5308600" y="1066800"/>
            <a:ext cx="5435600" cy="8178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4025900"/>
            <a:ext cx="4241800" cy="200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alphaModFix amt="48000"/>
          </a:blip>
          <a:stretch>
            <a:fillRect/>
          </a:stretch>
        </p:blipFill>
        <p:spPr>
          <a:xfrm rot="0">
            <a:off x="558800" y="6057900"/>
            <a:ext cx="4241800" cy="711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>
            <a:alphaModFix amt="36000"/>
          </a:blip>
          <a:stretch>
            <a:fillRect/>
          </a:stretch>
        </p:blipFill>
        <p:spPr>
          <a:xfrm rot="0">
            <a:off x="11112500" y="2044700"/>
            <a:ext cx="6832600" cy="1054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112500" y="1092200"/>
            <a:ext cx="6718300" cy="914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6">
            <a:alphaModFix amt="36000"/>
          </a:blip>
          <a:stretch>
            <a:fillRect/>
          </a:stretch>
        </p:blipFill>
        <p:spPr>
          <a:xfrm rot="0">
            <a:off x="11112500" y="6438900"/>
            <a:ext cx="6718300" cy="723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112500" y="5905500"/>
            <a:ext cx="67183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701800" y="5854700"/>
            <a:ext cx="14884400" cy="135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701800" y="4178300"/>
            <a:ext cx="14884400" cy="135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701800" y="2489200"/>
            <a:ext cx="148844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701800" y="7531100"/>
            <a:ext cx="14884400" cy="1231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68400" y="977900"/>
            <a:ext cx="16179800" cy="55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30400" y="2806700"/>
            <a:ext cx="3022600" cy="55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30400" y="4483100"/>
            <a:ext cx="30226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30400" y="6184900"/>
            <a:ext cx="30226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66900" y="7874000"/>
            <a:ext cx="30226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397500" y="2717800"/>
            <a:ext cx="108839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397500" y="4394200"/>
            <a:ext cx="108839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97500" y="6096000"/>
            <a:ext cx="108839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97500" y="7759700"/>
            <a:ext cx="108839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97500" y="3124200"/>
            <a:ext cx="10883900" cy="381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397500" y="4800600"/>
            <a:ext cx="108839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97500" y="6502400"/>
            <a:ext cx="10883900" cy="381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397500" y="8166100"/>
            <a:ext cx="108839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1849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19100" y="9004300"/>
            <a:ext cx="169799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0800" y="1701800"/>
            <a:ext cx="14706600" cy="728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41400" y="1866900"/>
            <a:ext cx="13766800" cy="675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749300"/>
            <a:ext cx="6184900" cy="977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41400" y="9220200"/>
            <a:ext cx="73533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1849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68300" y="9410700"/>
            <a:ext cx="17932400" cy="546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3200" y="1701800"/>
            <a:ext cx="8978900" cy="7543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34500" y="1701800"/>
            <a:ext cx="87884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3881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0800" y="9220200"/>
            <a:ext cx="79121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0800" y="1701800"/>
            <a:ext cx="13500100" cy="7200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5786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0800" y="9220200"/>
            <a:ext cx="94615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04900" y="1701800"/>
            <a:ext cx="13106400" cy="742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5786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28600" y="9347200"/>
            <a:ext cx="178689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5700" y="1701800"/>
            <a:ext cx="13868400" cy="7404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578600" cy="977900"/>
          </a:xfrm>
          <a:prstGeom prst="rect">
            <a:avLst/>
          </a:prstGeom>
        </p:spPr>
      </p:pic>
      <p:pic>
        <p:nvPicPr>
          <p:cNvPr name="Picture 7" id="7">
            <a:hlinkClick r:id="rId12" tooltip=""/>
          </p:cNvPr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9347200"/>
            <a:ext cx="125222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28700" y="1701800"/>
            <a:ext cx="138430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3881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9385300"/>
            <a:ext cx="145415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55700" y="1701800"/>
            <a:ext cx="10795000" cy="749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578600" cy="977900"/>
          </a:xfrm>
          <a:prstGeom prst="rect">
            <a:avLst/>
          </a:prstGeom>
        </p:spPr>
      </p:pic>
      <p:pic>
        <p:nvPicPr>
          <p:cNvPr name="Picture 7" id="7">
            <a:hlinkClick r:id="rId12" tooltip=""/>
          </p:cNvPr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9347200"/>
            <a:ext cx="125222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90600" y="1701800"/>
            <a:ext cx="12446000" cy="7505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3881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" y="1701800"/>
            <a:ext cx="10477500" cy="7543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90600" y="9410700"/>
            <a:ext cx="157988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1430000" y="3048000"/>
            <a:ext cx="6807200" cy="977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430000" y="4000500"/>
            <a:ext cx="68072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alphaModFix amt="51000"/>
          </a:blip>
          <a:stretch>
            <a:fillRect/>
          </a:stretch>
        </p:blipFill>
        <p:spPr>
          <a:xfrm rot="0">
            <a:off x="4343400" y="-596900"/>
            <a:ext cx="11874500" cy="10096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>
            <a:off x="11836400" y="2171700"/>
            <a:ext cx="139700" cy="4876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7">
            <a:alphaModFix amt="12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8089900" y="3048000"/>
            <a:ext cx="7505700" cy="558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9232900" y="8166100"/>
            <a:ext cx="5207000" cy="939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5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1219200" y="5118100"/>
            <a:ext cx="82169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660400" y="1041400"/>
            <a:ext cx="2019300" cy="2044700"/>
          </a:xfrm>
          <a:prstGeom prst="rect">
            <a:avLst/>
          </a:prstGeom>
          <a:effectLst>
            <a:outerShdw dir="5400000" dist="124265" blurRad="80772">
              <a:srgbClr val="344096">
                <a:alpha val="16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6350000" y="5613400"/>
            <a:ext cx="3505200" cy="3632200"/>
          </a:xfrm>
          <a:prstGeom prst="rect">
            <a:avLst/>
          </a:prstGeom>
          <a:effectLst>
            <a:outerShdw dir="5400000" dist="134815" blurRad="122682">
              <a:srgbClr val="CDD9ED">
                <a:alpha val="41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7378700" y="5270500"/>
            <a:ext cx="1473200" cy="1473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 rot="0">
            <a:off x="7543800" y="5448300"/>
            <a:ext cx="1130300" cy="11303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 rot="0">
            <a:off x="7721600" y="5651500"/>
            <a:ext cx="7493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0109200" y="5613400"/>
            <a:ext cx="3505200" cy="3632200"/>
          </a:xfrm>
          <a:prstGeom prst="rect">
            <a:avLst/>
          </a:prstGeom>
          <a:effectLst>
            <a:outerShdw dir="5400000" dist="134815" blurRad="122682">
              <a:srgbClr val="CDD9ED">
                <a:alpha val="41000"/>
              </a:srgbClr>
            </a:outerShdw>
          </a:effectLst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1125200" y="5270500"/>
            <a:ext cx="1473200" cy="14732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 rot="0">
            <a:off x="11303000" y="5448300"/>
            <a:ext cx="1130300" cy="1130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 rot="0">
            <a:off x="13830300" y="5613400"/>
            <a:ext cx="3505200" cy="3632200"/>
          </a:xfrm>
          <a:prstGeom prst="rect">
            <a:avLst/>
          </a:prstGeom>
          <a:effectLst>
            <a:outerShdw dir="5400000" dist="134815" blurRad="122682">
              <a:srgbClr val="CDD9ED">
                <a:alpha val="41000"/>
              </a:srgbClr>
            </a:outerShdw>
          </a:effectLst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 rot="0">
            <a:off x="14846300" y="5270500"/>
            <a:ext cx="1473200" cy="1473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 rot="0">
            <a:off x="15024100" y="5448300"/>
            <a:ext cx="1130300" cy="1130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 rot="0">
            <a:off x="11468100" y="5588000"/>
            <a:ext cx="787400" cy="78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 rot="0">
            <a:off x="15214600" y="5664200"/>
            <a:ext cx="723900" cy="7239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 rot="0">
            <a:off x="9804400" y="266700"/>
            <a:ext cx="4203700" cy="4203700"/>
          </a:xfrm>
          <a:prstGeom prst="rect">
            <a:avLst/>
          </a:prstGeom>
          <a:effectLst>
            <a:outerShdw dir="5400000" dist="161559" blurRad="147018">
              <a:srgbClr val="CDD9ED">
                <a:alpha val="41000"/>
              </a:srgbClr>
            </a:outerShdw>
          </a:effectLst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 rot="5400000">
            <a:off x="10007600" y="457200"/>
            <a:ext cx="3822700" cy="382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44">
            <a:alphaModFix amt="9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 rot="0">
            <a:off x="9525000" y="330200"/>
            <a:ext cx="1130300" cy="1130300"/>
          </a:xfrm>
          <a:prstGeom prst="rect">
            <a:avLst/>
          </a:prstGeom>
          <a:effectLst>
            <a:outerShdw dir="2700000" dist="104628" blurRad="45339">
              <a:srgbClr val="344096">
                <a:alpha val="17000"/>
              </a:srgbClr>
            </a:outerShdw>
          </a:effectLst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46">
            <a:alphaModFix amt="9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 rot="0">
            <a:off x="13436600" y="1104900"/>
            <a:ext cx="1130300" cy="1130300"/>
          </a:xfrm>
          <a:prstGeom prst="rect">
            <a:avLst/>
          </a:prstGeom>
          <a:effectLst>
            <a:outerShdw dir="2700000" dist="104628" blurRad="45339">
              <a:srgbClr val="344096">
                <a:alpha val="17000"/>
              </a:srgbClr>
            </a:outerShdw>
          </a:effectLst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4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 rot="0">
            <a:off x="9766300" y="660400"/>
            <a:ext cx="647700" cy="4953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5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 rot="0">
            <a:off x="13601700" y="1270000"/>
            <a:ext cx="762000" cy="7620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10566400" y="1447800"/>
            <a:ext cx="2730500" cy="22225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53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 rot="10800000">
            <a:off x="6718300" y="7454900"/>
            <a:ext cx="2781300" cy="381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55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 rot="10800000">
            <a:off x="10502900" y="7454900"/>
            <a:ext cx="2781300" cy="381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53">
            <a:alphaModFix amt="54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 rot="10800000">
            <a:off x="14198600" y="7429500"/>
            <a:ext cx="2781300" cy="381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57">
            <a:alphaModFix amt="36000"/>
          </a:blip>
          <a:stretch>
            <a:fillRect/>
          </a:stretch>
        </p:blipFill>
        <p:spPr>
          <a:xfrm rot="0">
            <a:off x="6604000" y="7645400"/>
            <a:ext cx="3009900" cy="8001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6489700" y="7010400"/>
            <a:ext cx="3263900" cy="4445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59">
            <a:alphaModFix amt="36000"/>
          </a:blip>
          <a:stretch>
            <a:fillRect/>
          </a:stretch>
        </p:blipFill>
        <p:spPr>
          <a:xfrm rot="0">
            <a:off x="10363200" y="7645400"/>
            <a:ext cx="3009900" cy="10414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10236200" y="7010400"/>
            <a:ext cx="3263900" cy="4445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61">
            <a:alphaModFix amt="36000"/>
          </a:blip>
          <a:stretch>
            <a:fillRect/>
          </a:stretch>
        </p:blipFill>
        <p:spPr>
          <a:xfrm rot="0">
            <a:off x="14046200" y="7518400"/>
            <a:ext cx="3073400" cy="18796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13957300" y="7010400"/>
            <a:ext cx="3263900" cy="4445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558800" y="3251200"/>
            <a:ext cx="4241800" cy="2768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64">
            <a:alphaModFix amt="48000"/>
          </a:blip>
          <a:stretch>
            <a:fillRect/>
          </a:stretch>
        </p:blipFill>
        <p:spPr>
          <a:xfrm rot="0">
            <a:off x="558800" y="6019800"/>
            <a:ext cx="42418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39243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701800" y="5854700"/>
            <a:ext cx="14884400" cy="135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701800" y="4178300"/>
            <a:ext cx="14884400" cy="135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701800" y="2489200"/>
            <a:ext cx="148844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701800" y="7531100"/>
            <a:ext cx="14884400" cy="1231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68400" y="977900"/>
            <a:ext cx="16179800" cy="55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930400" y="2806700"/>
            <a:ext cx="3022600" cy="55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30400" y="4483100"/>
            <a:ext cx="30226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30400" y="6184900"/>
            <a:ext cx="30226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866900" y="7874000"/>
            <a:ext cx="30226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5397500" y="2717800"/>
            <a:ext cx="10883900" cy="406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397500" y="4394200"/>
            <a:ext cx="108839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97500" y="6096000"/>
            <a:ext cx="108839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97500" y="7759700"/>
            <a:ext cx="108839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97500" y="3124200"/>
            <a:ext cx="10883900" cy="381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397500" y="4800600"/>
            <a:ext cx="108839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257800" y="6502400"/>
            <a:ext cx="9550400" cy="7366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397500" y="8166100"/>
            <a:ext cx="108839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49403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1701800"/>
            <a:ext cx="5664200" cy="7086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731000" y="1701800"/>
            <a:ext cx="3937000" cy="708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9800" y="9093200"/>
            <a:ext cx="156718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858500" y="3098800"/>
            <a:ext cx="72009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51308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31800" y="2400300"/>
            <a:ext cx="9029700" cy="6248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31800" y="9118600"/>
            <a:ext cx="13131800" cy="58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26600" y="3378200"/>
            <a:ext cx="84201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6294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42900" y="8851900"/>
            <a:ext cx="17538700" cy="101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9800" y="1701800"/>
            <a:ext cx="10248900" cy="6997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3881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393700" y="9486900"/>
            <a:ext cx="16446500" cy="58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58800" y="2781300"/>
            <a:ext cx="6464300" cy="3454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289800" y="1701800"/>
            <a:ext cx="4025900" cy="7340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569700" y="3251200"/>
            <a:ext cx="64389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51435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" y="1701800"/>
            <a:ext cx="8572500" cy="5930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19100" y="8216900"/>
            <a:ext cx="16052800" cy="1701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626600" y="1701800"/>
            <a:ext cx="8369300" cy="1054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918700" y="2806700"/>
            <a:ext cx="75565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9055100" y="5118100"/>
            <a:ext cx="82169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701800" y="5003800"/>
            <a:ext cx="14884400" cy="1358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701800" y="3454400"/>
            <a:ext cx="14884400" cy="1358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701800" y="1892300"/>
            <a:ext cx="14884400" cy="13589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701800" y="6565900"/>
            <a:ext cx="14884400" cy="1358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68400" y="977900"/>
            <a:ext cx="16179800" cy="558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930400" y="2209800"/>
            <a:ext cx="3022600" cy="55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930400" y="3746500"/>
            <a:ext cx="3022600" cy="558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30400" y="5321300"/>
            <a:ext cx="3022600" cy="55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930400" y="6870700"/>
            <a:ext cx="3022600" cy="558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5397500" y="2120900"/>
            <a:ext cx="10883900" cy="406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5397500" y="3670300"/>
            <a:ext cx="10883900" cy="4064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5397500" y="5245100"/>
            <a:ext cx="10883900" cy="4064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5397500" y="6781800"/>
            <a:ext cx="108839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5397500" y="2527300"/>
            <a:ext cx="10883900" cy="3810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5397500" y="4076700"/>
            <a:ext cx="10883900" cy="3810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5397500" y="5651500"/>
            <a:ext cx="10883900" cy="381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5397500" y="7188200"/>
            <a:ext cx="108839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92075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1600" y="1905000"/>
            <a:ext cx="9423400" cy="2501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1600" y="4584700"/>
            <a:ext cx="9423400" cy="5410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753600" y="1905000"/>
            <a:ext cx="8356600" cy="5016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0109200" y="7759700"/>
            <a:ext cx="66929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171450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1701800"/>
            <a:ext cx="2717800" cy="6934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924300" y="1701800"/>
            <a:ext cx="6654800" cy="454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807700" y="1701800"/>
            <a:ext cx="7277100" cy="40640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77800" y="8839200"/>
            <a:ext cx="11137900" cy="1143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442700" y="5892800"/>
            <a:ext cx="53340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171450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0600" y="1803400"/>
            <a:ext cx="13525500" cy="6159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66700" y="8166100"/>
            <a:ext cx="175514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83185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838200" y="2057400"/>
            <a:ext cx="8331200" cy="568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48800" y="2374900"/>
            <a:ext cx="6159500" cy="4851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2000" y="8661400"/>
            <a:ext cx="101600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83185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" y="1892300"/>
            <a:ext cx="8229600" cy="5613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448800" y="3048000"/>
            <a:ext cx="7988300" cy="3276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500" y="8267700"/>
            <a:ext cx="182372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83185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736600" y="2057400"/>
            <a:ext cx="8331200" cy="5689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550400" y="2197100"/>
            <a:ext cx="6997700" cy="5435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36600" y="8318500"/>
            <a:ext cx="16433800" cy="1701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8199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60400" y="2374900"/>
            <a:ext cx="7924800" cy="5397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381000" y="8483600"/>
            <a:ext cx="176657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131300" y="2374900"/>
            <a:ext cx="6692900" cy="5232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939800" y="990600"/>
            <a:ext cx="114300" cy="508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55700" y="749300"/>
            <a:ext cx="6629400" cy="977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39800" y="1790700"/>
            <a:ext cx="8191500" cy="1498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9800" y="3352800"/>
            <a:ext cx="11087100" cy="6045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9800" y="9486900"/>
            <a:ext cx="115062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16200000">
            <a:off x="4000500" y="-4025900"/>
            <a:ext cx="10325100" cy="18351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76200" y="10160000"/>
            <a:ext cx="18453100" cy="139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12700" y="10160000"/>
            <a:ext cx="9169400" cy="139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981200" y="3670300"/>
            <a:ext cx="12788900" cy="2247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